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Management System</a:t>
            </a:r>
          </a:p>
          <a:p>
            <a:r>
              <a:t>Team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Name: SmartHR System</a:t>
            </a:r>
          </a:p>
          <a:p>
            <a:r>
              <a:t>Team Name: [Your Team Name]</a:t>
            </a:r>
          </a:p>
          <a:p/>
          <a:p>
            <a:r>
              <a:t>Team Members:</a:t>
            </a:r>
          </a:p>
          <a:p>
            <a:r>
              <a:t>- Member 1 (ID)</a:t>
            </a:r>
          </a:p>
          <a:p>
            <a:r>
              <a:t>- Member 2 (ID)</a:t>
            </a:r>
          </a:p>
          <a:p>
            <a:r>
              <a:t>- Member 3 (ID)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the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Manual HR processes are inefficient and error-prone.</a:t>
            </a:r>
          </a:p>
          <a:p/>
          <a:p>
            <a:r>
              <a:t>Motivation: Simplify HR operations and improve productivity.</a:t>
            </a:r>
          </a:p>
          <a:p/>
          <a:p>
            <a:r>
              <a:t>Solution: A centralized HR system with automation and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</a:t>
            </a:r>
          </a:p>
          <a:p>
            <a:r>
              <a:t>Backend: Node.js / Django</a:t>
            </a:r>
          </a:p>
          <a:p>
            <a:r>
              <a:t>Database: MongoDB / MySQL</a:t>
            </a:r>
          </a:p>
          <a:p/>
          <a:p>
            <a:r>
              <a:t>Why:</a:t>
            </a:r>
          </a:p>
          <a:p>
            <a:r>
              <a:t>- Scalable and flexible architecture</a:t>
            </a:r>
          </a:p>
          <a:p>
            <a:r>
              <a:t>- Fast development and performance</a:t>
            </a:r>
          </a:p>
          <a:p/>
          <a:p>
            <a:r>
              <a:t>Architecture: Frontend → Backend →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Employee Management</a:t>
            </a:r>
          </a:p>
          <a:p>
            <a:r>
              <a:t>- Onboarding &amp; Offboarding</a:t>
            </a:r>
          </a:p>
          <a:p>
            <a:r>
              <a:t>- Attendance &amp; Time Tracking</a:t>
            </a:r>
          </a:p>
          <a:p>
            <a:r>
              <a:t>- Leave Management</a:t>
            </a:r>
          </a:p>
          <a:p>
            <a:r>
              <a:t>- Training &amp; Development</a:t>
            </a:r>
          </a:p>
          <a:p>
            <a:r>
              <a:t>- Payroll Management</a:t>
            </a:r>
          </a:p>
          <a:p>
            <a:r>
              <a:t>- Expense &amp; Assessment</a:t>
            </a:r>
          </a:p>
          <a:p>
            <a:r>
              <a:t>- Role &amp; Permission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Collaboration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Roles:</a:t>
            </a:r>
          </a:p>
          <a:p>
            <a:r>
              <a:t>- Frontend: Member A</a:t>
            </a:r>
          </a:p>
          <a:p>
            <a:r>
              <a:t>- Backend: Member B</a:t>
            </a:r>
          </a:p>
          <a:p>
            <a:r>
              <a:t>- Database: Member C</a:t>
            </a:r>
          </a:p>
          <a:p/>
          <a:p>
            <a:r>
              <a:t>Tools: GitHub, Trello</a:t>
            </a:r>
          </a:p>
          <a:p/>
          <a:p>
            <a:r>
              <a:t>Challenge: Integrating multiple modules into one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Scope:</a:t>
            </a:r>
          </a:p>
          <a:p>
            <a:r>
              <a:t>- AI-based analytics</a:t>
            </a:r>
          </a:p>
          <a:p>
            <a:r>
              <a:t>- Mobile application</a:t>
            </a:r>
          </a:p>
          <a:p>
            <a:r>
              <a:t>- Advanced reporting</a:t>
            </a:r>
          </a:p>
          <a:p/>
          <a:p>
            <a:r>
              <a:t>Thank You!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